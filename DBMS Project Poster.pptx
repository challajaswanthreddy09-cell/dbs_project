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63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803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WITH RFID INTEGRATION66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20  |  Section: S-12  |  Members: B.Siddhartha - 2500090225 | Jaswanth Reddy – 2520080025 | V.Santosh – 2520090051 |  Guide: Khaja Shareef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Bachupally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/>
              <a:t>A secure and scalable library system that connects RFID-based bookhandling with a centralized digital database. It supports automatedissue/return, real-time inventory, transaction history, finecalculation and role-based access.Outcome: less manual work, faster circulation and more accuratelibrary records.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Manual issue/return and inventory checking can cause delays,inaccurate tracking, duplicate records and missed overdue books.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Automate issue and return using RFID.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Centralize books, members, tags and transactions.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Track availability and inventory in real time.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4: Calculate overdue fines and support role-based access.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Admin/Librarian and Student/Member modules, bookmanagement, transactions and reports.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822571"/>
              </p:ext>
            </p:extLst>
          </p:nvPr>
        </p:nvGraphicFramePr>
        <p:xfrm>
          <a:off x="502920" y="6766560"/>
          <a:ext cx="4617720" cy="24295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3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Issue / Return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Manual entry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RFID-assisted issue &amp; return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3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Book Tracking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Manual checking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Live RFID + DB status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Records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Scattered / Manual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Centralized MySQL database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Overdue / Fine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May be missed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Due-date tracking + fine calculation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Security / Access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Limited role control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Role-based access for users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Node.js, REST API, MySQL, MongoDB, RFID reader/tags.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Uses common/open-source software and existing lab infrastructure.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Simple role-based workflow for librarians and students.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Designed for completion and demonstration within the semester.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Web interface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Node.js + REST API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Databases: MySQL + MongoDB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RFID: Tags + Reader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MQTT / WebSockets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VS Code, MySQL, MongoDB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dirty="0"/>
              <a:t>RFID TAG → RFID READER → REST API / APPLICATION → DATABASE</a:t>
            </a:r>
            <a:br>
              <a:rPr lang="en-IN" sz="1200" dirty="0"/>
            </a:br>
            <a:r>
              <a:rPr lang="en-IN" sz="1200" dirty="0"/>
              <a:t>↓</a:t>
            </a:r>
            <a:br>
              <a:rPr lang="en-IN" sz="1200" dirty="0"/>
            </a:br>
            <a:r>
              <a:rPr lang="en-IN" sz="1200" dirty="0"/>
              <a:t>ISSUE / RETURN / INVENTORY</a:t>
            </a:r>
            <a:br>
              <a:rPr lang="en-IN" sz="1200" dirty="0"/>
            </a:br>
            <a:r>
              <a:rPr lang="en-IN" sz="1200" dirty="0"/>
              <a:t>↓</a:t>
            </a:r>
            <a:br>
              <a:rPr lang="en-IN" sz="1200" dirty="0"/>
            </a:br>
            <a:r>
              <a:rPr lang="en-IN" sz="1200" dirty="0"/>
              <a:t>LIBRARIAN / ADMIN + STUDENT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dirty="0"/>
              <a:t>Core entities:</a:t>
            </a:r>
          </a:p>
          <a:p>
            <a:pPr algn="ctr"/>
            <a:r>
              <a:rPr lang="en-US" sz="1250" dirty="0"/>
              <a:t>STUDENT • BOOK • AUTHOR • CATEGORY • LIBRARIAN • ISSUE_RETURN • FINE</a:t>
            </a:r>
          </a:p>
          <a:p>
            <a:pPr algn="ctr"/>
            <a:r>
              <a:rPr lang="en-US" sz="1250" dirty="0"/>
              <a:t>Key relationships: Student → Issue_Return; Book → Issue_Return; Librarian →Issue_Return; Issue_Return → Fine.</a:t>
            </a:r>
          </a:p>
          <a:p>
            <a:pPr algn="ctr"/>
            <a:r>
              <a:rPr lang="en-US" sz="1250" dirty="0"/>
              <a:t>MySQL database: rfid_library.</a:t>
            </a:r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search, issue, return, availability, overdue, fineand transaction-history queries are implemented inMySQL.Testing covers CRUD operations, joins, status updatesRFID lookup and report generation.	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connects physical RFID scanswith a centralized library database.It supports faster circulation, accurate inventory,transaction tracking, fine management and controlledaccess.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ctr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integration.</a:t>
            </a:r>
          </a:p>
          <a:p>
            <a:pPr marL="171450" indent="-171450" algn="ctr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Self-service RFID kiosks.</a:t>
            </a:r>
          </a:p>
          <a:p>
            <a:pPr marL="171450" indent="-171450" algn="ctr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Entry/exit tracking.</a:t>
            </a:r>
          </a:p>
          <a:p>
            <a:pPr marL="171450" indent="-171450" algn="ctr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Email &amp; SMS alerts</a:t>
            </a:r>
          </a:p>
          <a:p>
            <a:pPr marL="171450" indent="-171450" algn="ctr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Online reservations.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Project PPT | Project Abstract Submission Form | MySQL Database Script</a:t>
            </a:r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Database Systems Engineering and Distributed Backend Development (25CS1302E) | PBL 2026-27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 txBox="1"/>
          <p:nvPr/>
        </p:nvSpPr>
        <p:spPr>
          <a:xfrm>
            <a:off x="9504680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88A1342-6561-0A5C-2316-1BB13C5B8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52" y="320040"/>
            <a:ext cx="1280668" cy="128016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6C65A84-E7C7-01B2-5D9F-5D67AF1EA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875" y="14244673"/>
            <a:ext cx="928264" cy="86289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0475802-4E85-477D-1F0F-56632F4E5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274" y="10515600"/>
            <a:ext cx="2216277" cy="173128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957A386-C360-81FB-11CD-09F9291222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229" y="10561320"/>
            <a:ext cx="2203251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558</Words>
  <Application>Microsoft Office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Santosh vemula</cp:lastModifiedBy>
  <cp:revision>5</cp:revision>
  <dcterms:created xsi:type="dcterms:W3CDTF">2026-09-28T08:11:17Z</dcterms:created>
  <dcterms:modified xsi:type="dcterms:W3CDTF">2026-10-02T16:34:32Z</dcterms:modified>
</cp:coreProperties>
</file>